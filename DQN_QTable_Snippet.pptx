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DQN Distilled Q-Table (Snippet) — 2,500 Fine-Grained States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914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State #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 (Exact)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Temp (Exact)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OFF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46464"/>
                          </a:solidFill>
                        </a:defRPr>
                      </a:pPr>
                      <a:r>
                        <a:t>1145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6.9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28.0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-0.150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803D"/>
                          </a:solidFill>
                        </a:defRPr>
                      </a:pPr>
                      <a:r>
                        <a:t>0.950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46464"/>
                          </a:solidFill>
                        </a:defRPr>
                      </a:pPr>
                      <a:r>
                        <a:t>1146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7.0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28.0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-0.120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803D"/>
                          </a:solidFill>
                        </a:defRPr>
                      </a:pPr>
                      <a:r>
                        <a:t>0.980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0.080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46464"/>
                          </a:solidFill>
                        </a:defRPr>
                      </a:pPr>
                      <a:r>
                        <a:t>1147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7.1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28.0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-0.100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803D"/>
                          </a:solidFill>
                        </a:defRPr>
                      </a:pPr>
                      <a:r>
                        <a:t>0.960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0.050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46464"/>
                          </a:solidFill>
                        </a:defRPr>
                      </a:pPr>
                      <a:r>
                        <a:t>2180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8.3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32.0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-0.450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803D"/>
                          </a:solidFill>
                        </a:defRPr>
                      </a:pPr>
                      <a:r>
                        <a:t>0.750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46464"/>
                          </a:solidFill>
                        </a:defRPr>
                      </a:pPr>
                      <a:r>
                        <a:t>2181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32.0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-0.520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803D"/>
                          </a:solidFill>
                        </a:defRPr>
                      </a:pPr>
                      <a:r>
                        <a:t>0.820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46464"/>
                          </a:solidFill>
                        </a:defRPr>
                      </a:pPr>
                      <a:r>
                        <a:t>2182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8.5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32.0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-0.650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803D"/>
                          </a:solidFill>
                        </a:defRPr>
                      </a:pPr>
                      <a:r>
                        <a:t>0.950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46464"/>
                          </a:solidFill>
                        </a:defRPr>
                      </a:pPr>
                      <a:r>
                        <a:t>2498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9.0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35.0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-0.850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-0.100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803D"/>
                          </a:solidFill>
                        </a:defRPr>
                      </a:pPr>
                      <a:r>
                        <a:t>0.980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46464"/>
                          </a:solidFill>
                        </a:defRPr>
                      </a:pPr>
                      <a:r>
                        <a:t>2499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9.1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35.0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-0.900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-0.150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803D"/>
                          </a:solidFill>
                        </a:defRPr>
                      </a:pPr>
                      <a:r>
                        <a:rPr dirty="0"/>
                        <a:t>0.990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599" y="5669280"/>
            <a:ext cx="1122571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400">
                <a:solidFill>
                  <a:srgbClr val="505050"/>
                </a:solidFill>
              </a:defRPr>
            </a:pPr>
            <a:r>
              <a:rPr dirty="0"/>
              <a:t>Key Difference: FQL uses 25 fuzzy logic rules (words), while DQN is distilled into a 2,500-state grid using exact decimal values. This allows the RP2040 to perform O(1) table lookups for deep learning policies without running matrix multiplications.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150</Words>
  <Application>Microsoft Office PowerPoint</Application>
  <PresentationFormat>Widescreen</PresentationFormat>
  <Paragraphs>80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DQN Distilled Q-Table (Snippet) — 2,500 Fine-Grained States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法哈迪</cp:lastModifiedBy>
  <cp:revision>2</cp:revision>
  <dcterms:created xsi:type="dcterms:W3CDTF">2013-01-27T09:14:16Z</dcterms:created>
  <dcterms:modified xsi:type="dcterms:W3CDTF">2026-05-07T01:56:12Z</dcterms:modified>
  <cp:category/>
</cp:coreProperties>
</file>