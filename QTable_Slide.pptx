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FQL Q-Table (25 Rules × 4 Actions)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097280"/>
          <a:ext cx="91440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1645920"/>
                <a:gridCol w="1280160"/>
                <a:gridCol w="1280160"/>
                <a:gridCol w="1280160"/>
                <a:gridCol w="1280160"/>
              </a:tblGrid>
              <a:tr h="20398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Rule #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pH State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Temp State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OFF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0</a:t>
                      </a:r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VeryAcidic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VeryCold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91C1C"/>
                          </a:solidFill>
                        </a:defRPr>
                      </a:pPr>
                      <a:r>
                        <a:t>-0.450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</a:defRPr>
                      </a:pPr>
                      <a:r>
                        <a:t>0.850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Cold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91C1C"/>
                          </a:solidFill>
                        </a:defRPr>
                      </a:pPr>
                      <a:r>
                        <a:t>-0.400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</a:defRPr>
                      </a:pPr>
                      <a:r>
                        <a:t>0.800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2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Optimal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91C1C"/>
                          </a:solidFill>
                        </a:defRPr>
                      </a:pPr>
                      <a:r>
                        <a:t>-0.350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</a:defRPr>
                      </a:pPr>
                      <a:r>
                        <a:t>0.780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3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Hot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91C1C"/>
                          </a:solidFill>
                        </a:defRPr>
                      </a:pPr>
                      <a:r>
                        <a:t>-0.300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</a:defRPr>
                      </a:pPr>
                      <a:r>
                        <a:t>0.820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4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VeryHot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91C1C"/>
                          </a:solidFill>
                        </a:defRPr>
                      </a:pPr>
                      <a:r>
                        <a:t>-0.250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</a:defRPr>
                      </a:pPr>
                      <a:r>
                        <a:t>0.900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5</a:t>
                      </a:r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Acidic</a:t>
                      </a:r>
                    </a:p>
                  </a:txBody>
                  <a:tcPr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VeryCold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91C1C"/>
                          </a:solidFill>
                        </a:defRPr>
                      </a:pPr>
                      <a:r>
                        <a:t>-0.200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</a:defRPr>
                      </a:pPr>
                      <a:r>
                        <a:t>0.550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0.400</a:t>
                      </a:r>
                    </a:p>
                  </a:txBody>
                  <a:tcPr/>
                </a:tc>
              </a:tr>
              <a:tr h="203981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6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Cold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</a:defRPr>
                      </a:pPr>
                      <a:r>
                        <a:t>0.720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0.150</a:t>
                      </a:r>
                    </a:p>
                  </a:txBody>
                  <a:tcPr/>
                </a:tc>
              </a:tr>
              <a:tr h="203981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7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Optimal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</a:defRPr>
                      </a:pPr>
                      <a:r>
                        <a:t>0.800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0.100</a:t>
                      </a:r>
                    </a:p>
                  </a:txBody>
                  <a:tcPr/>
                </a:tc>
              </a:tr>
              <a:tr h="203981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8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Hot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91C1C"/>
                          </a:solidFill>
                        </a:defRPr>
                      </a:pPr>
                      <a:r>
                        <a:t>-0.100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</a:defRPr>
                      </a:pPr>
                      <a:r>
                        <a:t>0.600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0.300</a:t>
                      </a:r>
                    </a:p>
                  </a:txBody>
                  <a:tcPr/>
                </a:tc>
              </a:tr>
              <a:tr h="203981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9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VeryHot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91C1C"/>
                          </a:solidFill>
                        </a:defRPr>
                      </a:pPr>
                      <a:r>
                        <a:t>-0.150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</a:defRPr>
                      </a:pPr>
                      <a:r>
                        <a:t>0.500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10</a:t>
                      </a:r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VeryCold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</a:defRPr>
                      </a:pPr>
                      <a:r>
                        <a:t>0.920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0.050</a:t>
                      </a:r>
                    </a:p>
                  </a:txBody>
                  <a:tcPr/>
                </a:tc>
              </a:tr>
              <a:tr h="203981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Cold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</a:defRPr>
                      </a:pPr>
                      <a:r>
                        <a:t>0.950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0.020</a:t>
                      </a:r>
                    </a:p>
                  </a:txBody>
                  <a:tcPr/>
                </a:tc>
              </a:tr>
              <a:tr h="203981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12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Optimal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</a:defRPr>
                      </a:pPr>
                      <a:r>
                        <a:t>0.980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0.010</a:t>
                      </a:r>
                    </a:p>
                  </a:txBody>
                  <a:tcPr/>
                </a:tc>
              </a:tr>
              <a:tr h="203981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13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Hot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</a:defRPr>
                      </a:pPr>
                      <a:r>
                        <a:t>0.850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0.100</a:t>
                      </a:r>
                    </a:p>
                  </a:txBody>
                  <a:tcPr/>
                </a:tc>
              </a:tr>
              <a:tr h="203981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14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VeryHot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</a:defRPr>
                      </a:pPr>
                      <a:r>
                        <a:t>0.700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0.320</a:t>
                      </a:r>
                    </a:p>
                  </a:txBody>
                  <a:tcPr/>
                </a:tc>
              </a:tr>
              <a:tr h="203981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15</a:t>
                      </a:r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Alkaline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VeryCold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91C1C"/>
                          </a:solidFill>
                        </a:defRPr>
                      </a:pPr>
                      <a:r>
                        <a:t>-0.100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</a:defRPr>
                      </a:pPr>
                      <a:r>
                        <a:t>0.550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0.400</a:t>
                      </a:r>
                    </a:p>
                  </a:txBody>
                  <a:tcPr/>
                </a:tc>
              </a:tr>
              <a:tr h="203981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16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Cold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</a:defRPr>
                      </a:pPr>
                      <a:r>
                        <a:t>0.600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0.250</a:t>
                      </a:r>
                    </a:p>
                  </a:txBody>
                  <a:tcPr/>
                </a:tc>
              </a:tr>
              <a:tr h="203981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17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Optimal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</a:defRPr>
                      </a:pPr>
                      <a:r>
                        <a:t>0.650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0.280</a:t>
                      </a:r>
                    </a:p>
                  </a:txBody>
                  <a:tcPr/>
                </a:tc>
              </a:tr>
              <a:tr h="203981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18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Hot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91C1C"/>
                          </a:solidFill>
                        </a:defRPr>
                      </a:pPr>
                      <a:r>
                        <a:t>-0.150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</a:defRPr>
                      </a:pPr>
                      <a:r>
                        <a:t>0.580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0.480</a:t>
                      </a:r>
                    </a:p>
                  </a:txBody>
                  <a:tcPr/>
                </a:tc>
              </a:tr>
              <a:tr h="203981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19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VeryHot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91C1C"/>
                          </a:solidFill>
                        </a:defRPr>
                      </a:pPr>
                      <a:r>
                        <a:t>-0.300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</a:defRPr>
                      </a:pPr>
                      <a:r>
                        <a:t>0.650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20</a:t>
                      </a:r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VeryAlkaline</a:t>
                      </a:r>
                    </a:p>
                  </a:txBody>
                  <a:tcPr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VeryCold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91C1C"/>
                          </a:solidFill>
                        </a:defRPr>
                      </a:pPr>
                      <a:r>
                        <a:t>-0.500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91C1C"/>
                          </a:solidFill>
                        </a:defRPr>
                      </a:pPr>
                      <a:r>
                        <a:t>-0.100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</a:defRPr>
                      </a:pPr>
                      <a:r>
                        <a:t>0.880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21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Cold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91C1C"/>
                          </a:solidFill>
                        </a:defRPr>
                      </a:pPr>
                      <a:r>
                        <a:t>-0.450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91C1C"/>
                          </a:solidFill>
                        </a:defRPr>
                      </a:pPr>
                      <a:r>
                        <a:t>-0.050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</a:defRPr>
                      </a:pPr>
                      <a:r>
                        <a:t>0.850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22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Optimal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91C1C"/>
                          </a:solidFill>
                        </a:defRPr>
                      </a:pPr>
                      <a:r>
                        <a:t>-0.400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</a:defRPr>
                      </a:pPr>
                      <a:r>
                        <a:t>0.820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203981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23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Hot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91C1C"/>
                          </a:solidFill>
                        </a:defRPr>
                      </a:pPr>
                      <a:r>
                        <a:t>-0.500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91C1C"/>
                          </a:solidFill>
                        </a:defRPr>
                      </a:pPr>
                      <a:r>
                        <a:t>-0.150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</a:defRPr>
                      </a:pPr>
                      <a:r>
                        <a:t>0.900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203995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24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VeryHot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91C1C"/>
                          </a:solidFill>
                        </a:defRPr>
                      </a:pPr>
                      <a:r>
                        <a:t>-0.550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91C1C"/>
                          </a:solidFill>
                        </a:defRPr>
                      </a:pPr>
                      <a:r>
                        <a:t>-0.200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</a:defRPr>
                      </a:pPr>
                      <a:r>
                        <a:t>0.950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